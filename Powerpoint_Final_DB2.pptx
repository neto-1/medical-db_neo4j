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3FFE1-5E03-D59B-046E-78B1F0517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D1EB71-117E-E967-3576-57D102279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0A8261-E1AB-A03F-A210-DE4F176B4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74B34D-1870-3C68-F45D-55AAFE2E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B36F7B-233E-99E7-1228-2813D904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13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D59DF6-D5DA-441F-A6B9-26CEB58F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99103F-5C24-A022-C536-C45F3C116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B1B789-D836-726E-0AC6-DD971465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EFAF76-31ED-FCE9-D8C9-A6DAA2C9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E47867-F50D-D57B-982D-625DA816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7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EA7CC479-2F3B-322E-5A13-C30AE5C6C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86250" cy="57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0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1E0FB8-EEB6-4756-72C1-DAB62BF2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6E89A7-0A04-CB5C-D9CF-94E728531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449D20-318B-B176-9666-890F6D6C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1406CD-8478-9DE9-7092-050FBB9B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2788CC-0A67-FAC7-B1E1-0B1E00F2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27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313FB-7F9D-B0DF-FE1C-EBD22EFF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3A0CDC-9AAF-A2E9-37AE-7DC207ED0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2170FD-040D-C1EA-7CB9-3E148130E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879E40-1A8A-ADED-1439-5BEAE641D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7B7A41-6C14-42C7-F8AD-38B320FF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A3FDC2-581B-8E03-1C9D-3761EB5B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03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311E7-5DB0-4464-D4EC-5444D5BB1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D25361-4AF1-CDCC-C5AD-E52107B09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25FC7E-16DB-52C2-446B-52E8A3FBC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6E805FE-5BE4-8760-D420-AE4F27B38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2DC9F8-35A7-94E4-2607-D0EBD3149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4924DDE-C2C3-E29A-CA1B-53B5F5C3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FC628F-2E47-D4DB-572B-8FBCCCA2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5F47E9E-6110-A30C-84F0-D495CEB6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102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DB28A-F42C-1EEC-B9DC-6BBBBFB3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A1207C-63E7-1348-D758-5C199618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727D5C-3C34-E3AB-5848-438E2685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34E5FE-F0E1-D474-33FA-7342B031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0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EA4121-C0BB-01F9-1B35-8595E5282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147DEF6-E714-941A-07DC-139150EC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E1D3EF-DA4B-BAD0-CD77-DF46E72A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459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2B7DE-5D03-8349-481C-DC6C195B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F25CB-DCA4-8005-D89C-8476D7C7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AE0B01-C260-6F48-FF40-E532F7DB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57A983-20B9-3841-2C4A-A173DF79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10484C-FB38-8947-3267-5398B39C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C9BC3C-0E06-B1D7-B992-9CCC4135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525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A4984-B911-9860-D892-D5F18611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F1F27C9-AF6E-E814-39D8-54C574F9D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285CA6-FD46-0745-158E-46FA0133F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9AC586-E18E-091A-20F0-C4B95897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D0A1C9-8F8D-F022-4816-2BF996D01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DE6924-7C17-CC67-1106-611D6488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28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39592B-649D-7919-6B17-3B382249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087374-A7B4-29B7-C881-5088DE115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E7A69F-D14D-5B88-CD49-3EBE8AF34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3B2820-E4B0-ADC9-62A0-B90AF9892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BAD09E-3BFD-DEE4-BD35-A4989ED7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19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61ED681-6439-E58D-C17C-104E20F54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A73844-D247-B67F-890B-A5533FE54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C04BB5-D29E-DB4F-D65C-1FEC514E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07EFAC-4B6F-4392-5AD7-F9CF1A2A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2D8BB3-4522-ECC3-1977-552E2B9F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04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3E260BF-7AAC-DE7B-EFFE-8450636F5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655968-46E7-6C1C-77F4-8F47D4C66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7EC33F-BBA2-CC80-3534-6C66D74E5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85EE6-14E1-4212-94D2-6D25F6D24556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25D0F6-5136-7FBB-E58D-6743D67EB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FEAB12-38FD-D5BF-646D-0878BC73F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AF6A3-1506-4A09-A483-A9553DD323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32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2364BE-FC4A-7473-D16F-43186146A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/>
              <a:t>Medical Database Creation: A Workaround Implementation</a:t>
            </a:r>
            <a:br>
              <a:rPr lang="en-US" sz="3100"/>
            </a:br>
            <a:endParaRPr lang="en-US" sz="3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4AED7-B159-1AD6-BCE0-D444413C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53" r="3118" b="-1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9709C1-E957-FFF5-3928-AAAB7C7CF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Presented by: Jean Baptiste Landry </a:t>
            </a:r>
            <a:r>
              <a:rPr lang="en-US" sz="1800" dirty="0" err="1"/>
              <a:t>Mbem</a:t>
            </a:r>
            <a:r>
              <a:rPr lang="en-US" sz="1800" dirty="0"/>
              <a:t> and  Nelson Aurelien Todem Fotso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Project in Master Informatics: Database and Information System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</a:rPr>
              <a:t>Professor: Prof. Dr</a:t>
            </a:r>
            <a:r>
              <a:rPr lang="en-US" sz="1800" dirty="0"/>
              <a:t>. Sven Hartmann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Sommer Semester 2024</a:t>
            </a:r>
          </a:p>
        </p:txBody>
      </p:sp>
    </p:spTree>
    <p:extLst>
      <p:ext uri="{BB962C8B-B14F-4D97-AF65-F5344CB8AC3E}">
        <p14:creationId xmlns:p14="http://schemas.microsoft.com/office/powerpoint/2010/main" val="340274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38A2EB-6AF3-BC1B-4DAC-F2ECFB48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DE" sz="5400"/>
              <a:t>Content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D80A21-C19B-E928-9B3B-86B408ADC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Introduction</a:t>
            </a:r>
          </a:p>
          <a:p>
            <a:r>
              <a:rPr lang="en-US" sz="2200"/>
              <a:t>Related Work</a:t>
            </a:r>
          </a:p>
          <a:p>
            <a:r>
              <a:rPr lang="en-US" sz="2200"/>
              <a:t>Methodology</a:t>
            </a:r>
          </a:p>
          <a:p>
            <a:r>
              <a:rPr lang="en-US" sz="2200"/>
              <a:t>Implementation</a:t>
            </a:r>
          </a:p>
          <a:p>
            <a:r>
              <a:rPr lang="en-US" sz="2200"/>
              <a:t>Results and Discussion</a:t>
            </a:r>
          </a:p>
          <a:p>
            <a:r>
              <a:rPr lang="en-US" sz="2200"/>
              <a:t>Conclusion</a:t>
            </a:r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DFC918C7-DCBE-6516-0C1D-24008700F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85" r="9662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7541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C9C9C8-A8F4-40C4-1BF9-DA185C0E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DE" sz="5400"/>
              <a:t>Introduction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5813C8-5C61-8999-73FB-C79AB9C2E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Graph databases like Neo4j are popular for efficiently managing and querying complex relationships, making them ideal for social networks, recommendation engines, and streaming apps. However, their complexity can be a barrier for users. This project aims to simplify interaction with graph databases by developing a Python-based application with a user-friendly GUI. The tool allows users to create and manage graph databases from CSV files, catering to both administrators with full control and regular users for querying and data analysis.</a:t>
            </a:r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241293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48FB42-1D5C-04F5-0DDC-2BFE38CDF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DE" sz="5400" dirty="0" err="1"/>
              <a:t>Related</a:t>
            </a:r>
            <a:r>
              <a:rPr lang="de-DE" sz="5400" dirty="0"/>
              <a:t> Work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F2657B-D596-050B-F78B-F2944BE4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The Movie Database: Creation of a Movie Database through Imports from CSV Files.</a:t>
            </a:r>
          </a:p>
          <a:p>
            <a:r>
              <a:rPr lang="en-US" sz="2200" dirty="0"/>
              <a:t>Building a User-Friendly Database Application through Importing and Bulk Data Loading from CSV Files (Robinson and Webber).</a:t>
            </a:r>
          </a:p>
        </p:txBody>
      </p:sp>
    </p:spTree>
    <p:extLst>
      <p:ext uri="{BB962C8B-B14F-4D97-AF65-F5344CB8AC3E}">
        <p14:creationId xmlns:p14="http://schemas.microsoft.com/office/powerpoint/2010/main" val="329440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1755E-731D-156B-8E14-0E26826E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                                     </a:t>
            </a:r>
            <a:r>
              <a:rPr lang="en-US" dirty="0"/>
              <a:t>Methodology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                                 </a:t>
            </a:r>
            <a:r>
              <a:rPr lang="de-DE" sz="3200" dirty="0"/>
              <a:t>System Architecture and Modelling</a:t>
            </a:r>
            <a:endParaRPr lang="de-DE" dirty="0"/>
          </a:p>
        </p:txBody>
      </p:sp>
      <p:pic>
        <p:nvPicPr>
          <p:cNvPr id="5" name="Inhaltsplatzhalter 4" descr="Ein Bild, das Text, Diagramm, parallel, Plan enthält.&#10;&#10;Automatisch generierte Beschreibung">
            <a:extLst>
              <a:ext uri="{FF2B5EF4-FFF2-40B4-BE49-F238E27FC236}">
                <a16:creationId xmlns:a16="http://schemas.microsoft.com/office/drawing/2014/main" id="{8C47C2B7-9EA7-40FA-8312-2A3C8F184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301" y="1579418"/>
            <a:ext cx="7241398" cy="4641273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2DA8FEB-3A91-AB1B-0E01-B90DB98806DA}"/>
              </a:ext>
            </a:extLst>
          </p:cNvPr>
          <p:cNvSpPr txBox="1"/>
          <p:nvPr/>
        </p:nvSpPr>
        <p:spPr>
          <a:xfrm>
            <a:off x="4624667" y="6308209"/>
            <a:ext cx="2942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Fig1: System Class </a:t>
            </a:r>
            <a:r>
              <a:rPr lang="en-US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157926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01658-9B78-E659-95EC-CE9F681C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             Methodology:</a:t>
            </a:r>
            <a:br>
              <a:rPr lang="en-US" dirty="0"/>
            </a:br>
            <a:r>
              <a:rPr lang="en-US" dirty="0"/>
              <a:t>                                               </a:t>
            </a:r>
            <a:r>
              <a:rPr lang="en-US" sz="3200" dirty="0"/>
              <a:t>Data Representation</a:t>
            </a:r>
            <a:endParaRPr lang="en-US" dirty="0"/>
          </a:p>
        </p:txBody>
      </p:sp>
      <p:pic>
        <p:nvPicPr>
          <p:cNvPr id="7" name="Inhaltsplatzhalter 6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1B474853-50C5-5159-F6F0-2D1DC02CC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68" y="1713665"/>
            <a:ext cx="7209677" cy="4571567"/>
          </a:xfrm>
        </p:spPr>
      </p:pic>
      <p:pic>
        <p:nvPicPr>
          <p:cNvPr id="9" name="Grafik 8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FEDEC53F-1965-7EB5-7251-4222D0C6B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282" y="2436668"/>
            <a:ext cx="3905250" cy="24003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D653707-51CC-58A0-16DC-2F5B80D4D254}"/>
              </a:ext>
            </a:extLst>
          </p:cNvPr>
          <p:cNvSpPr txBox="1"/>
          <p:nvPr/>
        </p:nvSpPr>
        <p:spPr>
          <a:xfrm>
            <a:off x="3131292" y="6308209"/>
            <a:ext cx="226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Fig2: </a:t>
            </a:r>
            <a:r>
              <a:rPr lang="de-DE" dirty="0" err="1"/>
              <a:t>Doctor</a:t>
            </a:r>
            <a:r>
              <a:rPr lang="de-DE" dirty="0"/>
              <a:t> CSV File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9643E3E-FEE9-915E-9DE4-977BCEAF9032}"/>
              </a:ext>
            </a:extLst>
          </p:cNvPr>
          <p:cNvSpPr txBox="1"/>
          <p:nvPr/>
        </p:nvSpPr>
        <p:spPr>
          <a:xfrm>
            <a:off x="8663833" y="4836968"/>
            <a:ext cx="2689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Fig3: WORKS_AT Relation</a:t>
            </a:r>
          </a:p>
          <a:p>
            <a:r>
              <a:rPr lang="en-US" dirty="0"/>
              <a:t>	CSV File</a:t>
            </a:r>
          </a:p>
        </p:txBody>
      </p:sp>
    </p:spTree>
    <p:extLst>
      <p:ext uri="{BB962C8B-B14F-4D97-AF65-F5344CB8AC3E}">
        <p14:creationId xmlns:p14="http://schemas.microsoft.com/office/powerpoint/2010/main" val="47482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DDB33-C9AE-D29F-DF9B-28D4A740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                Implementation: Interfaces Design</a:t>
            </a:r>
          </a:p>
        </p:txBody>
      </p:sp>
      <p:pic>
        <p:nvPicPr>
          <p:cNvPr id="5" name="Inhaltsplatzhalter 4" descr="Ein Bild, das Text, Screenshot, Software, Computersymbol enthält.&#10;&#10;Automatisch generierte Beschreibung">
            <a:extLst>
              <a:ext uri="{FF2B5EF4-FFF2-40B4-BE49-F238E27FC236}">
                <a16:creationId xmlns:a16="http://schemas.microsoft.com/office/drawing/2014/main" id="{523BC103-7799-12FB-ADC9-F6C103168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23" y="1430612"/>
            <a:ext cx="5792277" cy="4351338"/>
          </a:xfrm>
        </p:spPr>
      </p:pic>
      <p:pic>
        <p:nvPicPr>
          <p:cNvPr id="7" name="Grafik 6" descr="Ein Bild, das Text, Elektronik, Screenshot, Software enthält.&#10;&#10;Automatisch generierte Beschreibung">
            <a:extLst>
              <a:ext uri="{FF2B5EF4-FFF2-40B4-BE49-F238E27FC236}">
                <a16:creationId xmlns:a16="http://schemas.microsoft.com/office/drawing/2014/main" id="{512E7411-2629-A3B8-2F90-912EBA142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699" y="1430612"/>
            <a:ext cx="5775404" cy="435133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ECB806D-9FDF-A46A-0AFA-57B59D67A161}"/>
              </a:ext>
            </a:extLst>
          </p:cNvPr>
          <p:cNvSpPr txBox="1"/>
          <p:nvPr/>
        </p:nvSpPr>
        <p:spPr>
          <a:xfrm>
            <a:off x="2279073" y="5860170"/>
            <a:ext cx="240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Fig4: Admin Interface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F3CEC4C-DBE0-2BAA-310B-897A5E4C57F5}"/>
              </a:ext>
            </a:extLst>
          </p:cNvPr>
          <p:cNvSpPr txBox="1"/>
          <p:nvPr/>
        </p:nvSpPr>
        <p:spPr>
          <a:xfrm>
            <a:off x="7910945" y="5859683"/>
            <a:ext cx="376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Fig5: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166617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765A7-399F-9DE2-6F81-E1545ECE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                           </a:t>
            </a:r>
            <a:r>
              <a:rPr lang="en-AE" dirty="0"/>
              <a:t>Results</a:t>
            </a:r>
            <a:r>
              <a:rPr lang="de-DE" dirty="0"/>
              <a:t> And </a:t>
            </a:r>
            <a:r>
              <a:rPr lang="en-AE" dirty="0"/>
              <a:t>Discussions</a:t>
            </a:r>
          </a:p>
        </p:txBody>
      </p:sp>
      <p:pic>
        <p:nvPicPr>
          <p:cNvPr id="5" name="Inhaltsplatzhalter 4" descr="Ein Bild, das Text, Screenshot enthält.&#10;&#10;Automatisch generierte Beschreibung">
            <a:extLst>
              <a:ext uri="{FF2B5EF4-FFF2-40B4-BE49-F238E27FC236}">
                <a16:creationId xmlns:a16="http://schemas.microsoft.com/office/drawing/2014/main" id="{3D3B9993-7C09-A57C-23BF-0E36418A0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011" y="1590098"/>
            <a:ext cx="9383978" cy="4351338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65408D6-2621-A5CC-427D-2CD4D15A5CDA}"/>
              </a:ext>
            </a:extLst>
          </p:cNvPr>
          <p:cNvSpPr txBox="1"/>
          <p:nvPr/>
        </p:nvSpPr>
        <p:spPr>
          <a:xfrm>
            <a:off x="4225636" y="6077589"/>
            <a:ext cx="432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Fig6: Database Sample</a:t>
            </a:r>
          </a:p>
        </p:txBody>
      </p:sp>
    </p:spTree>
    <p:extLst>
      <p:ext uri="{BB962C8B-B14F-4D97-AF65-F5344CB8AC3E}">
        <p14:creationId xmlns:p14="http://schemas.microsoft.com/office/powerpoint/2010/main" val="270626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BA1928-2690-6A17-0936-5D146A1EB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000"/>
              <a:t>Results And Discussions: </a:t>
            </a:r>
            <a:br>
              <a:rPr lang="en-US" sz="5000"/>
            </a:br>
            <a:r>
              <a:rPr lang="en-US" sz="5000"/>
              <a:t>Pros And Contra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0FCBAD-38BF-4B55-C841-BD5A92768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+ User-Friendly Interface.</a:t>
            </a:r>
          </a:p>
          <a:p>
            <a:pPr marL="0" indent="0">
              <a:buNone/>
            </a:pPr>
            <a:r>
              <a:rPr lang="en-US" sz="2200"/>
              <a:t>+ Bulk Loading with CSV-Files: Up to thousand lines.</a:t>
            </a:r>
          </a:p>
          <a:p>
            <a:pPr marL="0" indent="0">
              <a:buNone/>
            </a:pPr>
            <a:r>
              <a:rPr lang="en-US" sz="2200"/>
              <a:t>+ Easy to Create and Read CSV-File: Human Readable Files.</a:t>
            </a:r>
          </a:p>
          <a:p>
            <a:pPr marL="0" indent="0">
              <a:buNone/>
            </a:pPr>
            <a:endParaRPr lang="en-US" sz="2200"/>
          </a:p>
          <a:p>
            <a:pPr>
              <a:buFontTx/>
              <a:buChar char="-"/>
            </a:pPr>
            <a:r>
              <a:rPr lang="en-US" sz="2200"/>
              <a:t>CSV-Files Error prone.</a:t>
            </a:r>
          </a:p>
          <a:p>
            <a:pPr>
              <a:buFontTx/>
              <a:buChar char="-"/>
            </a:pPr>
            <a:r>
              <a:rPr lang="en-US" sz="2200"/>
              <a:t>No Schema Enforcement: Data integrity issues such as broken relations or orphaned nodes.</a:t>
            </a:r>
          </a:p>
          <a:p>
            <a:pPr marL="0" indent="0">
              <a:buNone/>
            </a:pPr>
            <a:r>
              <a:rPr lang="en-US" sz="2200"/>
              <a:t>- Security Concerns: Data exposure and injection risks.</a:t>
            </a:r>
          </a:p>
        </p:txBody>
      </p:sp>
    </p:spTree>
    <p:extLst>
      <p:ext uri="{BB962C8B-B14F-4D97-AF65-F5344CB8AC3E}">
        <p14:creationId xmlns:p14="http://schemas.microsoft.com/office/powerpoint/2010/main" val="101222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A6F91A-F534-313F-3B65-F972E105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D7C0F-C7DC-A9C9-60EB-F7F816AE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This project developed a Python application with a user-friendly GUI to simplify the creation and management of Neo4j graph databases from CSV files. The role-based access control balances security with accessibility, making graph database technology available to a wider audience. Future enhancements could include support for advanced features like data visualization and graph algorithms.</a:t>
            </a:r>
          </a:p>
        </p:txBody>
      </p:sp>
    </p:spTree>
    <p:extLst>
      <p:ext uri="{BB962C8B-B14F-4D97-AF65-F5344CB8AC3E}">
        <p14:creationId xmlns:p14="http://schemas.microsoft.com/office/powerpoint/2010/main" val="193311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Medical Database Creation: A Workaround Implementation </vt:lpstr>
      <vt:lpstr>Content</vt:lpstr>
      <vt:lpstr>Introduction</vt:lpstr>
      <vt:lpstr>Related Work</vt:lpstr>
      <vt:lpstr>                                            Methodology:                                  System Architecture and Modelling</vt:lpstr>
      <vt:lpstr>                                                Methodology:                                                Data Representation</vt:lpstr>
      <vt:lpstr>                       Implementation: Interfaces Design</vt:lpstr>
      <vt:lpstr>                                  Results And Discussions</vt:lpstr>
      <vt:lpstr>Results And Discussions:  Pros And Contra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Baptiste Landry Mbem</dc:creator>
  <cp:lastModifiedBy>nelson fotso</cp:lastModifiedBy>
  <cp:revision>6</cp:revision>
  <dcterms:created xsi:type="dcterms:W3CDTF">2024-08-14T20:25:48Z</dcterms:created>
  <dcterms:modified xsi:type="dcterms:W3CDTF">2026-07-05T12:27:08Z</dcterms:modified>
</cp:coreProperties>
</file>